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14944366b94ee6" /><Relationship Type="http://schemas.openxmlformats.org/officeDocument/2006/relationships/extended-properties" Target="/docProps/app.xml" Id="R40fffeccf15142a0" /><Relationship Type="http://schemas.openxmlformats.org/officeDocument/2006/relationships/officeDocument" Target="/ppt/presentation.xml" Id="Ra9f428742acc41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b57195ec24ccd"/>
  </p:sldMasterIdLst>
  <p:notesMasterIdLst>
    <p:notesMasterId xmlns:r="http://schemas.openxmlformats.org/officeDocument/2006/relationships" r:id="R1fc8e18fa23d425c"/>
  </p:notesMasterIdLst>
  <p:sldIdLst>
    <p:sldId xmlns:r="http://schemas.openxmlformats.org/officeDocument/2006/relationships" id="256" r:id="R466070ee8407461e"/>
    <p:sldId xmlns:r="http://schemas.openxmlformats.org/officeDocument/2006/relationships" id="257" r:id="R5fc6f2fde0a44641"/>
    <p:sldId xmlns:r="http://schemas.openxmlformats.org/officeDocument/2006/relationships" id="258" r:id="Re3dc0797909544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3476619a8433c" /><Relationship Type="http://schemas.openxmlformats.org/officeDocument/2006/relationships/slideMaster" Target="/ppt/slideMasters/slideMaster1.xml" Id="R406b57195ec24ccd" /><Relationship Type="http://schemas.openxmlformats.org/officeDocument/2006/relationships/notesMaster" Target="/ppt/notesMasters/notesMaster1.xml" Id="R1fc8e18fa23d425c" /><Relationship Type="http://schemas.openxmlformats.org/officeDocument/2006/relationships/presProps" Target="/ppt/presProps.xml" Id="R505bfd2baf374d2f" /><Relationship Type="http://schemas.openxmlformats.org/officeDocument/2006/relationships/tableStyles" Target="/ppt/tableStyles.xml" Id="Ref3d2824650344ac" /><Relationship Type="http://schemas.openxmlformats.org/officeDocument/2006/relationships/slide" Target="/ppt/slides/slide1.xml" Id="R466070ee8407461e" /><Relationship Type="http://schemas.openxmlformats.org/officeDocument/2006/relationships/slide" Target="/ppt/slides/slide2.xml" Id="R5fc6f2fde0a44641" /><Relationship Type="http://schemas.openxmlformats.org/officeDocument/2006/relationships/slide" Target="/ppt/slides/slide3.xml" Id="Re3dc0797909544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72902380e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5e7a529c44f5e" /><Relationship Type="http://schemas.openxmlformats.org/officeDocument/2006/relationships/notesMaster" Target="/ppt/notesMasters/notesMaster1.xml" Id="R9d5a8887d5fe45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6778735594f05" /><Relationship Type="http://schemas.openxmlformats.org/officeDocument/2006/relationships/notesMaster" Target="/ppt/notesMasters/notesMaster1.xml" Id="R1f9df59aded24c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61a235162d4105" /><Relationship Type="http://schemas.openxmlformats.org/officeDocument/2006/relationships/notesMaster" Target="/ppt/notesMasters/notesMaster1.xml" Id="R74eace386fe243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Muster für eine geführte Erklärung: Mit jedem Weiterklick wechselt die Aussage und der Hervorhebungsfokus.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Muster für eine geführte Erklärung: Mit jedem Weiterklick wechselt die Aussage und der Hervorhebungsfokus.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Muster für eine geführte Erklärung: Mit jedem Weiterklick wechselt die Aussage und der Hervorhebungsfokus.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47dfe14394e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35011c44f4177" /><Relationship Type="http://schemas.openxmlformats.org/officeDocument/2006/relationships/slideLayout" Target="/ppt/slideLayouts/slideLayout1.xml" Id="Re6a94749162a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a94749162a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e36f005da4cfb" /><Relationship Type="http://schemas.openxmlformats.org/officeDocument/2006/relationships/image" Target="/ppt/media/image.png" Id="Rdc816537cf544341" /><Relationship Type="http://schemas.openxmlformats.org/officeDocument/2006/relationships/notesSlide" Target="/ppt/notesSlides/notesSlide1.xml" Id="R79cd87b1255d44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b09e15abb4ebc" /><Relationship Type="http://schemas.openxmlformats.org/officeDocument/2006/relationships/image" Target="/ppt/media/image2.png" Id="R199f98318d204294" /><Relationship Type="http://schemas.openxmlformats.org/officeDocument/2006/relationships/notesSlide" Target="/ppt/notesSlides/notesSlide2.xml" Id="R4e6655ea1bd847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c008501d043c1" /><Relationship Type="http://schemas.openxmlformats.org/officeDocument/2006/relationships/image" Target="/ppt/media/image3.png" Id="R93842c3023a048d0" /><Relationship Type="http://schemas.openxmlformats.org/officeDocument/2006/relationships/notesSlide" Target="/ppt/notesSlides/notesSlide3.xml" Id="R8d6954f3ba1847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4AE4C-35F9-4593-9EE9-3706FA0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D2E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D2E2"/>
                </a:solidFill>
                <a:latin typeface="Aptos"/>
                <a:ea typeface="Aptos"/>
                <a:cs typeface="Aptos"/>
              </a:rPr>
              <a:t>NIS  |  INTERAKTIVES MUSTER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1039A-A31E-4BA2-995B-2504943B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5E84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5E841"/>
                </a:solidFill>
                <a:latin typeface="Aptos"/>
                <a:ea typeface="Aptos"/>
                <a:cs typeface="Aptos"/>
              </a:rPr>
              <a:t>MODELLHIERARCHIE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2DFAA-0C3A-4293-AEA3-7BEF233A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Die ECU bündelt Funktionen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3AD2C-D28E-4343-9EFB-C2EE85C5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E2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16537cf544341"/>
          <a:stretch xmlns:a="http://schemas.openxmlformats.org/drawingml/2006/main"/>
        </p:blipFill>
        <p:spPr>
          <a:xfrm xmlns:a="http://schemas.openxmlformats.org/drawingml/2006/main">
            <a:off x="773113" y="1838325"/>
            <a:ext cx="6350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C8C30-05AD-4A82-9F8B-A3F90602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75E841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75E84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F6842-8E11-4950-84E1-9AF1365F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Eine ECU ist ein Steuergerät. Sie enthält mindestens eine Funktion. Jede Funktion beschreibt eine Aufgabe des Systems und kann eigene logische Interfaces besitzen.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346C9-3B37-428E-9EE4-7E9B6527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ECU  →  Funktion  →  logisches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1C0FC-1CBC-4C08-8E37-10942AF4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E84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6B3D9-D329-43AC-AA8C-98422AC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B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05647-90ED-4FFF-86CC-C2961577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B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B0EBB-A75C-4447-B70E-D1D726A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483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01 / 03   ·   Weiterklicken für den nächsten Schritt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76899-CE06-4635-AE9F-4BBDA8B4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404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31328-7E65-4D48-B6D6-44D94857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D2E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D2E2"/>
                </a:solidFill>
                <a:latin typeface="Aptos"/>
                <a:ea typeface="Aptos"/>
                <a:cs typeface="Aptos"/>
              </a:rPr>
              <a:t>NIS  |  INTERAKTIVES MUSTER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A3377-CA93-433D-A2C3-94EF30FE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A8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A8EA"/>
                </a:solidFill>
                <a:latin typeface="Aptos"/>
                <a:ea typeface="Aptos"/>
                <a:cs typeface="Aptos"/>
              </a:rPr>
              <a:t>NACHRICHTEN UND SIGNALE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0DCC9-E279-487E-BE7A-9886E7A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Nachrichten transportieren Signale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47C33-0877-462A-BB0F-62ADBC81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E2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f98318d204294"/>
          <a:stretch xmlns:a="http://schemas.openxmlformats.org/drawingml/2006/main"/>
        </p:blipFill>
        <p:spPr>
          <a:xfrm xmlns:a="http://schemas.openxmlformats.org/drawingml/2006/main">
            <a:off x="773113" y="1838325"/>
            <a:ext cx="6350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76426-FAF7-4CD9-A92D-A547159A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BA8E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BA8E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40A3A-6104-47BE-B36A-ED92E55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Signale enthalten einzelne Informationen. Das logische Interface ordnet sie Nachrichten zu, die über ein Netzwerk übertragen werden.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A5109-F6E2-428F-9B7F-900B5B7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Im Beispiel: CAN-FD-Nachrichten mit bis zu 64 Byte Nutzlast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0D231-FB5A-4F46-8DEE-C3743642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8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46BDC-0058-46A1-9A3B-F960B5DB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8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90B5A-542D-48D6-8B8D-F957236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B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AFCF0-C33F-4F78-BCB9-E41F9E81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483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02 / 03   ·   Weiterklicken für den nächsten Schritt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0EF2E-D57E-4EF9-AE75-DC3BEA3B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8330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3AB1C-C86B-4C33-9B32-DD5A85DE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D2E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D2E2"/>
                </a:solidFill>
                <a:latin typeface="Aptos"/>
                <a:ea typeface="Aptos"/>
                <a:cs typeface="Aptos"/>
              </a:rPr>
              <a:t>NIS  |  INTERAKTIVES MUSTER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54E3E-D358-495A-879B-BCBC2707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NUTZLASTGRENZE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D40F2-EC52-4B3B-BBBC-A29CB4B5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Passt ein Signal nicht mehr, folgt eine neue Nachricht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B5E30-3E1A-49A1-B3F0-056638F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E2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42c3023a048d0"/>
          <a:stretch xmlns:a="http://schemas.openxmlformats.org/drawingml/2006/main"/>
        </p:blipFill>
        <p:spPr>
          <a:xfrm xmlns:a="http://schemas.openxmlformats.org/drawingml/2006/main">
            <a:off x="773113" y="1838325"/>
            <a:ext cx="6350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377D1-4444-4435-B36C-A5222016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FB7E1-0939-467F-93AB-14CDA90A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Die erste Nachricht nutzt im Beispiel 64 von 64 Byte. Weitere Signale kommen in eine neue Nachricht. Diese ist zunächst nur teilweise gefüllt.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D8006-AE3E-4F1C-8A08-2B3194E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F7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C"/>
                </a:solidFill>
                <a:latin typeface="Aptos"/>
                <a:ea typeface="Aptos"/>
                <a:cs typeface="Aptos"/>
              </a:rPr>
              <a:t>Die Nutzlastgrenze bestimmt, wann eine weitere Nachricht beginnt.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6CFA7-B04B-4BF2-A41E-3BEAB0B9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0C91F-756D-45DC-8AFB-75E22B5A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401A0-6725-43BA-927D-27455F8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8674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717AA-1EE4-49F1-B87B-558BFCE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483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03 / 03   ·   Weiterklicken für den nächsten Schritt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5F90A-EF10-4EF9-A6DA-E602A6A6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5949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2026-09-22T18:36:32.2240000Z</dcterms:created>
  <dcterms:modified xsi:type="dcterms:W3CDTF">2026-09-22T18:36:32.2240000Z</dcterms:modified>
</coreProperties>
</file>