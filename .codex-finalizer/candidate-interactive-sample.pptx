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c376ea439d49f9" /><Relationship Type="http://schemas.openxmlformats.org/officeDocument/2006/relationships/extended-properties" Target="/docProps/app.xml" Id="Rfeda49c0a8724bf7" /><Relationship Type="http://schemas.openxmlformats.org/officeDocument/2006/relationships/officeDocument" Target="/ppt/presentation.xml" Id="R4045628a9aa140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acf5802bad4f0b"/>
  </p:sldMasterIdLst>
  <p:notesMasterIdLst>
    <p:notesMasterId xmlns:r="http://schemas.openxmlformats.org/officeDocument/2006/relationships" r:id="Rfae8efd3db024550"/>
  </p:notesMasterIdLst>
  <p:sldIdLst>
    <p:sldId xmlns:r="http://schemas.openxmlformats.org/officeDocument/2006/relationships" id="256" r:id="Rf815eef8bfba44a7"/>
    <p:sldId xmlns:r="http://schemas.openxmlformats.org/officeDocument/2006/relationships" id="257" r:id="R0d75054014534a42"/>
    <p:sldId xmlns:r="http://schemas.openxmlformats.org/officeDocument/2006/relationships" id="258" r:id="R3dcef9e4866247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1d39cf39bc4f5f" /><Relationship Type="http://schemas.openxmlformats.org/officeDocument/2006/relationships/slideMaster" Target="/ppt/slideMasters/slideMaster1.xml" Id="Rceacf5802bad4f0b" /><Relationship Type="http://schemas.openxmlformats.org/officeDocument/2006/relationships/notesMaster" Target="/ppt/notesMasters/notesMaster1.xml" Id="Rfae8efd3db024550" /><Relationship Type="http://schemas.openxmlformats.org/officeDocument/2006/relationships/presProps" Target="/ppt/presProps.xml" Id="Rd1397e0aa3074d78" /><Relationship Type="http://schemas.openxmlformats.org/officeDocument/2006/relationships/tableStyles" Target="/ppt/tableStyles.xml" Id="R36e19db2e4954e8e" /><Relationship Type="http://schemas.openxmlformats.org/officeDocument/2006/relationships/slide" Target="/ppt/slides/slide1.xml" Id="Rf815eef8bfba44a7" /><Relationship Type="http://schemas.openxmlformats.org/officeDocument/2006/relationships/slide" Target="/ppt/slides/slide2.xml" Id="R0d75054014534a42" /><Relationship Type="http://schemas.openxmlformats.org/officeDocument/2006/relationships/slide" Target="/ppt/slides/slide3.xml" Id="R3dcef9e4866247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bad3e2fcc74d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54ff70d9df4fa8" /><Relationship Type="http://schemas.openxmlformats.org/officeDocument/2006/relationships/notesMaster" Target="/ppt/notesMasters/notesMaster1.xml" Id="R673e4421b2194e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838832a13b4a2d" /><Relationship Type="http://schemas.openxmlformats.org/officeDocument/2006/relationships/notesMaster" Target="/ppt/notesMasters/notesMaster1.xml" Id="R6c8caa8b951844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cc7e5fe0de4ca3" /><Relationship Type="http://schemas.openxmlformats.org/officeDocument/2006/relationships/notesMaster" Target="/ppt/notesMasters/notesMaster1.xml" Id="R79a1b410be5147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Muster für eine geführte Erklärung: Mit jedem Weiterklick wechselt die Aussage und der Hervorhebungsfokus.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Muster für eine geführte Erklärung: Mit jedem Weiterklick wechselt die Aussage und der Hervorhebungsfokus.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Muster für eine geführte Erklärung: Mit jedem Weiterklick wechselt die Aussage und der Hervorhebungsfokus.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811c9ed1d4e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33124bb22248c7" /><Relationship Type="http://schemas.openxmlformats.org/officeDocument/2006/relationships/slideLayout" Target="/ppt/slideLayouts/slideLayout1.xml" Id="R7136e4ecf5dd4d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36e4ecf5dd4d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52b20cbdb47bd" /><Relationship Type="http://schemas.openxmlformats.org/officeDocument/2006/relationships/image" Target="/ppt/media/image.png" Id="R9f8f82b08efc46da" /><Relationship Type="http://schemas.openxmlformats.org/officeDocument/2006/relationships/notesSlide" Target="/ppt/notesSlides/notesSlide1.xml" Id="R4f7182a0d13440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3f296276849a7" /><Relationship Type="http://schemas.openxmlformats.org/officeDocument/2006/relationships/image" Target="/ppt/media/image2.png" Id="R1401669184dd447f" /><Relationship Type="http://schemas.openxmlformats.org/officeDocument/2006/relationships/notesSlide" Target="/ppt/notesSlides/notesSlide2.xml" Id="R925cb846170240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18de83ca94870" /><Relationship Type="http://schemas.openxmlformats.org/officeDocument/2006/relationships/image" Target="/ppt/media/image3.png" Id="R4f46ad5c300d4b89" /><Relationship Type="http://schemas.openxmlformats.org/officeDocument/2006/relationships/notesSlide" Target="/ppt/notesSlides/notesSlide3.xml" Id="R1a887216eae24e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53A88-7112-4E82-8FEF-6CA61EE9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D2E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D2E2"/>
                </a:solidFill>
                <a:latin typeface="Aptos"/>
                <a:ea typeface="Aptos"/>
                <a:cs typeface="Aptos"/>
              </a:rPr>
              <a:t>NIS  |  INTERAKTIVES MUSTER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4C51E-401A-4B3B-BF30-FCF3F723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5E84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5E841"/>
                </a:solidFill>
                <a:latin typeface="Aptos"/>
                <a:ea typeface="Aptos"/>
                <a:cs typeface="Aptos"/>
              </a:rPr>
              <a:t>MODELLHIERARCHIE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501BB-AFC4-4ADC-9E8B-3EC4D91A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7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3F7FC"/>
                </a:solidFill>
                <a:latin typeface="Aptos"/>
                <a:ea typeface="Aptos"/>
                <a:cs typeface="Aptos"/>
              </a:rPr>
              <a:t>Die ECU bündelt Funktionen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A9F68-6999-4309-8A74-E3D57D93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2E2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f82b08efc46da"/>
          <a:stretch xmlns:a="http://schemas.openxmlformats.org/drawingml/2006/main"/>
        </p:blipFill>
        <p:spPr>
          <a:xfrm xmlns:a="http://schemas.openxmlformats.org/drawingml/2006/main">
            <a:off x="773113" y="1838325"/>
            <a:ext cx="63500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5EBA5-30F1-4BB4-AECD-553A8D46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336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75E841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75E84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EAC7E-11A4-4790-BC0E-517AED5C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EBBCD"/>
                </a:solidFill>
                <a:latin typeface="Aptos"/>
                <a:ea typeface="Aptos"/>
                <a:cs typeface="Aptos"/>
              </a:rPr>
              <a:t>Eine ECU ist ein Steuergerät. Sie enthält mindestens eine Funktion. Jede Funktion beschreibt eine Aufgabe des Systems und kann eigene logische Interfaces besitzen.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C96C8-4CF9-4339-B02E-81B10EE9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625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3F7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FC"/>
                </a:solidFill>
                <a:latin typeface="Aptos"/>
                <a:ea typeface="Aptos"/>
                <a:cs typeface="Aptos"/>
              </a:rPr>
              <a:t>ECU  →  Funktion  →  logisches Interface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B2E2C-32DE-4DA6-916B-1DFDD88A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E84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8B564-2094-4110-A6B1-0D239079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B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9AF27-D358-4CDF-B032-4D4B25B6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B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98F49-E264-4CFD-B33E-6B179D2C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0483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BCD"/>
                </a:solidFill>
                <a:latin typeface="Aptos"/>
                <a:ea typeface="Aptos"/>
                <a:cs typeface="Aptos"/>
              </a:rPr>
              <a:t>01 / 03   ·   Weiterklicken für den nächsten Schritt</a:t>
            </a:r>
          </a:p>
        </p:txBody>
      </p:sp>
    </p:spTree>
    <p:extLst>
      <p:ext uri="{BB962C8B-B14F-4D97-AF65-F5344CB8AC3E}">
        <p14:creationId xmlns:p14="http://schemas.microsoft.com/office/powerpoint/2010/main" val="16833087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756B7-2F6D-4B8D-9E32-298F2D86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D2E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D2E2"/>
                </a:solidFill>
                <a:latin typeface="Aptos"/>
                <a:ea typeface="Aptos"/>
                <a:cs typeface="Aptos"/>
              </a:rPr>
              <a:t>NIS  |  INTERAKTIVES MUSTER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2E1DD-6E2E-4AE3-B3CC-CC12EA33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A8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A8EA"/>
                </a:solidFill>
                <a:latin typeface="Aptos"/>
                <a:ea typeface="Aptos"/>
                <a:cs typeface="Aptos"/>
              </a:rPr>
              <a:t>NACHRICHTEN UND SIGNALE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1DDB9-1633-4ED7-9E10-A4905B28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7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3F7FC"/>
                </a:solidFill>
                <a:latin typeface="Aptos"/>
                <a:ea typeface="Aptos"/>
                <a:cs typeface="Aptos"/>
              </a:rPr>
              <a:t>Nachrichten transportieren Signale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FAB22-2CFA-4C02-8AB4-E190BFC3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2E2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1669184dd447f"/>
          <a:stretch xmlns:a="http://schemas.openxmlformats.org/drawingml/2006/main"/>
        </p:blipFill>
        <p:spPr>
          <a:xfrm xmlns:a="http://schemas.openxmlformats.org/drawingml/2006/main">
            <a:off x="773113" y="1838325"/>
            <a:ext cx="63500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5D5C2-9D1D-4256-B49D-86691BC1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336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BA8E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BA8E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0A5A8-0303-49E5-9DA8-7ACA5B20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EBBCD"/>
                </a:solidFill>
                <a:latin typeface="Aptos"/>
                <a:ea typeface="Aptos"/>
                <a:cs typeface="Aptos"/>
              </a:rPr>
              <a:t>Signale enthalten einzelne Informationen. Das logische Interface ordnet sie Nachrichten zu, die über ein Netzwerk übertragen werden.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D5611-95D0-4C53-A5D1-32F6B9D8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625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3F7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FC"/>
                </a:solidFill>
                <a:latin typeface="Aptos"/>
                <a:ea typeface="Aptos"/>
                <a:cs typeface="Aptos"/>
              </a:rPr>
              <a:t>Im Beispiel: CAN-FD-Nachrichten mit bis zu 64 Byte Nutzlast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27CCC-7DF4-4427-9F92-75C047FB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8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F1578-76F8-4828-83B8-1A4493B1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8E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1AB47-CFB8-4AE7-BE88-9E5C3021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B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5F148-E45C-4110-BBF6-FB9B5F23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0483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BCD"/>
                </a:solidFill>
                <a:latin typeface="Aptos"/>
                <a:ea typeface="Aptos"/>
                <a:cs typeface="Aptos"/>
              </a:rPr>
              <a:t>02 / 03   ·   Weiterklicken für den nächsten Schritt</a:t>
            </a:r>
          </a:p>
        </p:txBody>
      </p:sp>
    </p:spTree>
    <p:extLst>
      <p:ext uri="{BB962C8B-B14F-4D97-AF65-F5344CB8AC3E}">
        <p14:creationId xmlns:p14="http://schemas.microsoft.com/office/powerpoint/2010/main" val="1189599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11285-E102-4590-84E2-508CED5E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D2E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D2E2"/>
                </a:solidFill>
                <a:latin typeface="Aptos"/>
                <a:ea typeface="Aptos"/>
                <a:cs typeface="Aptos"/>
              </a:rPr>
              <a:t>NIS  |  INTERAKTIVES MUSTER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CA644-6708-48B8-B7FC-E781FFB0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C7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C744"/>
                </a:solidFill>
                <a:latin typeface="Aptos"/>
                <a:ea typeface="Aptos"/>
                <a:cs typeface="Aptos"/>
              </a:rPr>
              <a:t>NUTZLASTGRENZE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DE34B-038A-45EA-86D9-C9491439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7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3F7FC"/>
                </a:solidFill>
                <a:latin typeface="Aptos"/>
                <a:ea typeface="Aptos"/>
                <a:cs typeface="Aptos"/>
              </a:rPr>
              <a:t>Passt ein Signal nicht mehr, folgt eine neue Nachricht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FB458-03C9-4475-8869-0937DC4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2E2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6ad5c300d4b89"/>
          <a:stretch xmlns:a="http://schemas.openxmlformats.org/drawingml/2006/main"/>
        </p:blipFill>
        <p:spPr>
          <a:xfrm xmlns:a="http://schemas.openxmlformats.org/drawingml/2006/main">
            <a:off x="773113" y="1838325"/>
            <a:ext cx="63500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A2764-B180-4082-ABB0-FA257408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336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C744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7C74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79AAD-FC72-40EA-B35E-08F3452C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EBBCD"/>
                </a:solidFill>
                <a:latin typeface="Aptos"/>
                <a:ea typeface="Aptos"/>
                <a:cs typeface="Aptos"/>
              </a:rPr>
              <a:t>Die erste Nachricht nutzt im Beispiel 64 von 64 Byte. Weitere Signale kommen in eine neue Nachricht. Diese ist zunächst nur teilweise gefüllt.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E45FB-B04D-4191-81AA-A6FE2AEB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625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3F7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FC"/>
                </a:solidFill>
                <a:latin typeface="Aptos"/>
                <a:ea typeface="Aptos"/>
                <a:cs typeface="Aptos"/>
              </a:rPr>
              <a:t>Die Nutzlastgrenze bestimmt, wann eine weitere Nachricht beginnt.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61287-7BF6-4B37-891E-C3111742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20D67-E640-47EA-93BC-51363CF9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2A5D3-1204-4AAC-A447-A7C496BC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E2752-16E9-44C1-9764-E1C42191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0483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BCD"/>
                </a:solidFill>
                <a:latin typeface="Aptos"/>
                <a:ea typeface="Aptos"/>
                <a:cs typeface="Aptos"/>
              </a:rPr>
              <a:t>03 / 03   ·   Weiterklicken für den nächsten Schritt</a:t>
            </a:r>
          </a:p>
        </p:txBody>
      </p:sp>
    </p:spTree>
    <p:extLst>
      <p:ext uri="{BB962C8B-B14F-4D97-AF65-F5344CB8AC3E}">
        <p14:creationId xmlns:p14="http://schemas.microsoft.com/office/powerpoint/2010/main" val="310343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2026-09-22T18:37:09.3490000Z</dcterms:created>
  <dcterms:modified xsi:type="dcterms:W3CDTF">2026-09-22T18:37:09.3490000Z</dcterms:modified>
</coreProperties>
</file>